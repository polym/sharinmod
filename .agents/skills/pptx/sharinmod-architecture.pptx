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Sharinmod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Token 共享平台技术架构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3474720"/>
            <a:ext cx="36576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Next.js + PostgreSQL + LiteLLM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Sharinmod 是一个现代化的</a:t>
            </a:r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Token 共享和消费平台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支持共享经济模型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智能代理（Claw）管理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多提供商 AI 模型调度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Kubernetes Pod 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0" y="1371600"/>
            <a:ext cx="32004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Token 管理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AES-256 加密存储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0" y="2286000"/>
            <a:ext cx="32004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智能调度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LiteLLM 多提供商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3200400"/>
            <a:ext cx="320040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OAuth 认证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GitHub / GitLab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容器化部署 • Docker Compose • 水平扩展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核心技术栈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前端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Next.js 14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TypeScript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Tailwind 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shadcn/ui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188720"/>
            <a:ext cx="2743200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后端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383280" y="18288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FastAPI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Python 3.11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SQLModel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Alembic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2377440" cy="1645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2801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基础设施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09360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PostgreSQL 15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Redis 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LiteLLM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Nginx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支持的 AI 提供商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1005840" cy="457200"/>
          </a:xfrm>
          <a:prstGeom prst="rect">
            <a:avLst/>
          </a:prstGeom>
          <a:solidFill>
            <a:srgbClr val="10A37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OpenAI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3749040"/>
            <a:ext cx="1005840" cy="4572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Anthropic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749040"/>
            <a:ext cx="10058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智谱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3749040"/>
            <a:ext cx="10058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Z.AI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749040"/>
            <a:ext cx="100584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月之暗面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3749040"/>
            <a:ext cx="10058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MiniMax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0" y="3749040"/>
            <a:ext cx="1005840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OpenRouter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10058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3840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火山引擎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9144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用户浏览器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57600" y="16459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Nginx 反向代理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0" y="2103120"/>
            <a:ext cx="-73152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0" y="2103120"/>
            <a:ext cx="73152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28800" y="23774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Next.js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237744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468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FastAPI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00400" y="32004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服务层 (路由/业务逻辑)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749040"/>
            <a:ext cx="0" cy="27432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1600" y="40233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336791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0233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DC382D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Redis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40233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LiteLLM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0233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后台消费者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03520" y="4297680"/>
            <a:ext cx="0" cy="45720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47548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0" y="4800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95C"/>
                </a:solidFill>
              </a:rPr>
              <a:t>外部 AI 提供商 / OAuth / K8s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前端架构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Next.js 14 + TypeScript + Tailwind CSS + shadcn/ui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核心页面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Dashboard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概览页面，显示统计数据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Shared Keys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共享池管理，创建/编辑/删除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Marketplace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模型市场，浏览可用模型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API Keys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密钥管理，添加/编辑个人 Token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Usage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使用情况，查看 Token 消费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Settings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用户设置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Claws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龙虾（Claw）管理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前端组件结构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237744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src/app (页面)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92608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src/components (组件)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347472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src/lib (工具/API)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4389120"/>
            <a:ext cx="182880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4434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shadcn/ui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组件库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后端架构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FastAPI + Python 3.11 + SQLModel + Alembic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核心路由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auth / oauth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JWT 认证，GitHub/GitLab OAuth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user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用户管理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unified_api_key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统一 API Key 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shared_api_key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共享池 Key 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api_key_usage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Token 使用情况追踪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models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模型目录管理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claw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Claw (龙虾) 管理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0" y="1828800"/>
            <a:ext cx="3200400" cy="365760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服务层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2468880"/>
            <a:ext cx="2834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认证服务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auth_service.py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OAuth 服务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oauth_service.py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Key 管理服务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unified_api_key_service.py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shared_api_key_service.py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65A82"/>
                </a:solidFill>
              </a:rPr>
              <a:t>Claw 服务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claw_service.py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k8s_service.py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数据模型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oauth_id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0972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UnifiedAPIKey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554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id /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provider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encrypted_token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is_active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0" y="10972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SharedAPIKey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5544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id / owner_id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pool_tokens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max_users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unified_key_ids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09728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1188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Claw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15544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user_id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claw_type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9260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APIKeyUsage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3832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id / unified_key_id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spend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prompt_tokens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completion_tokens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292608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3017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UsageLog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3383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id / unified_key_id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timestamp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request_response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9260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017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ProviderConfig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provider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models (JSON)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region / base_url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supports_function_calling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关系说明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User 1:N UnifiedAPIKey 1:N APIKeyUsage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User 1:N SharedAPIKey 1:N UsageLog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</a:rPr>
              <a:t>User 1:N Claw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部署架构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Docker Compose 服务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1168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Next.js 前端服务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FastAPI 后端服务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2606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PostgreSQL 数据库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redis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Redis 缓存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litellm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LiteLLM 调度服务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nginx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反向代理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litellm-callback-consumer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回调消费者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3200400" cy="3657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92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</a:rPr>
              <a:t>claw-status-consumer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4892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Claw 状态同步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1097280"/>
            <a:ext cx="4114800" cy="2560320"/>
          </a:xfrm>
          <a:prstGeom prst="rect">
            <a:avLst/>
          </a:prstGeom>
          <a:solidFill>
            <a:srgbClr val="F8FAFC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配置管理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1645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etc/config.yaml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app.* - 应用配置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claw_types.* - Claw 类型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workspace_* - 工作区存储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prunc_* - RuntimeClass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环境变量 Fallback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DATABASE_URI, LITELLM_*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GITHUB_*, GITLAB_*</a:t>
            </a:r>
            <a:endParaRPr lang="en-US" sz="13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SHARINMOD_ADMIN_*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数据库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336791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sharinmod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86000" y="452628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336791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litellm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</a:rPr>
              <a:t>外部集成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72000" y="45262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• GitHub / GitLab OAuth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• LiteLLM (多提供商调度)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• Kubernetes (Claw Pod 管理)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</a:rPr>
              <a:t>• 8+ AI 提供商集成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2"/>
                </a:solidFill>
              </a:rPr>
              <a:t>核心特性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安全加密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AES-256 加密存储 Token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0116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智能调度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LiteLLM 多提供商自动切换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使用追踪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详细的 Token 消费统计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031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🐙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040880" y="23774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Claw 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Kubernetes Pod 动态管理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2F2"/>
                </a:solidFill>
              </a:rPr>
              <a:t>技术亮点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3931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容器化部署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Docker Compose 一键启动，支持水平扩展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现代化技术栈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Next.js 14 + FastAPI + PostgreSQL + LiteLLM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OAuth 认证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GitHub / GitLab 一键登录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多提供商支持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2F2"/>
                </a:solidFill>
              </a:rPr>
              <a:t>OpenAI, Anthropic, 智谱, Z.AI, 月之暗面, MiniMax, OpenRouter, 火山引擎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Sharinmod 技术架构</dc:title>
  <dc:subject>PptxGenJS Presentation</dc:subject>
  <dc:creator>Sharinmod Team</dc:creator>
  <cp:lastModifiedBy>Sharinmod Team</cp:lastModifiedBy>
  <cp:revision>1</cp:revision>
  <dcterms:created xsi:type="dcterms:W3CDTF">2026-03-24T03:56:36Z</dcterms:created>
  <dcterms:modified xsi:type="dcterms:W3CDTF">2026-03-24T03:56:36Z</dcterms:modified>
</cp:coreProperties>
</file>